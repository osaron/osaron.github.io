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274" y="31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13F08-5039-4999-9826-750523B4CD9D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B650C-FB70-4B87-B700-9AD8851785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8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B650C-FB70-4B87-B700-9AD8851785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75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F42B-5F72-06C8-C2BB-55E2DADC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9D50C-F9D4-E6BD-5B90-219E8061D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66A3D-B871-E350-088B-13AE2A906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4C4BD-D070-CA91-2518-2B5A2DD50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B650C-FB70-4B87-B700-9AD8851785F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85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C69D-F2A0-3EB1-A877-2FBC94903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5C791-4599-5F35-33AE-CF3625560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EBD60-F73E-AF86-C1A4-E543EC5C9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80E9B-6062-EEE5-E584-2FA155F3B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B650C-FB70-4B87-B700-9AD8851785F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28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04AA-2DFC-964D-8EBC-B0654874C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52B38-1544-A7A6-FBF9-61F8E2838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615AA-12A0-120E-FD59-9997E4FA8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4C367-C11D-65E0-7D87-16D28177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2BF5B-FF80-A1E3-4ED6-4BE4C01C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7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145C-55C5-B151-6720-097479C8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78AD2-43F7-588A-09DC-DF846F53A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AE96F-FCFD-BD7D-DFDC-E11F9E06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08073-5A8E-42DE-7544-A080212B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3DFB6-86B6-A74F-B7D9-5ACAE43E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5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000FB-CAEE-C633-932A-9652DDB83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231DE-410D-CAAC-21A1-792E4770C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6AE5-0963-9E1E-CA0E-41C3521A5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889FF-C54E-66CC-EF3A-6067B644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4D08A-E0F5-7414-681D-FA3C06EE8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7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374F-6EA2-E787-84CD-3308BCF9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4EED4-6335-5EFF-3480-CE042DD84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22282-8D05-1136-8481-80206A89C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206B6-9A23-7E68-8468-7FDE54F54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86F0B-DF97-36FC-4C71-0FE402266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ECFEB-E67C-C56C-09EF-9C2C35287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75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F73E0-048D-7B1B-00F7-24A41CB5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35B28-5056-89E1-A966-23291C586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50442A-CEDA-D6E7-3C1E-2D6F6C3D0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9D5A25-B7D9-4192-E953-7E82D6C36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49CFA-78EA-F21D-F6B9-04C20F5C9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022682-2833-2368-34E8-56BF220D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387CEB-065C-A7EE-6EC1-C91D518A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C17EC7-8BF9-E6AC-80EC-7073CA94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4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4EE1-EDDE-85A7-74AB-2FFECFA1B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448C2-1B1C-C5CF-B48C-56C0D5FF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5-C448-A262-D8DD-D5B41D97F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63159-2043-FA67-A560-6FB9463E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7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95C5B9-7A24-9C41-2331-EF98195A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F88D04-63C6-1670-2008-12021E418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6EF58-F7E3-35B7-5258-E0B5AB01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52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0BFC-EA0A-233D-3DB9-A8F4781C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AE944-D7F4-2AD7-0713-B86830FB3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66017-8690-4CC2-E5AD-0791D7396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3424F-43BF-7117-D6B9-C30782FE1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DAA76-5ABD-0233-ED1D-83F5AF12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2B332-8882-4E6F-CA54-405018CC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89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8DAB-D81E-FBFD-4DD4-589A4FC2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1F13D6-463C-D558-F63D-0BBEFB1F7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A32946-A7A6-4740-088D-0C61EFB45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D8E15-AEF0-0652-CA02-0A6315EAB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47C03-D51A-248E-7645-4F70EE783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917AC-EA58-209C-B3AB-3974658D9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9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9FD7-4908-E812-1A09-BD67568F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6ED93-E195-75D1-D68B-2889BFF01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F4D60-9388-44AD-0BE7-17CA758F3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436D2-4778-1074-BF42-125B58CA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E5110-91CD-7105-2EC2-25F064BF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16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3B1701-64BD-7205-9E10-C4A859F1E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88FE5-C2AD-949A-2DEB-04E386931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839ED-177E-2DB8-886B-768BE2840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171C1-7E8F-FD2E-74FE-73E7AD17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F3D66-2E2A-8DFC-2012-477A4746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9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E8C35-27DB-9852-DB9A-F6D8BE76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7B812-3132-E61A-01EF-EF6CD3766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D041C-68F7-5E97-9721-62DDE48D9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B8795-1258-40B0-B990-13E1A0DC62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AA367-9271-AB34-F5D5-6C1535C43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2D5F8-D606-950C-A540-05EDF0C66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C9DA7-0BEE-4191-BB0D-A114D78AA2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6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307891-322B-EE59-67DC-B84994D00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876BAD6-BA6A-80B8-FDDE-93E82EEC8633}"/>
              </a:ext>
            </a:extLst>
          </p:cNvPr>
          <p:cNvSpPr/>
          <p:nvPr/>
        </p:nvSpPr>
        <p:spPr>
          <a:xfrm>
            <a:off x="1756229" y="1149911"/>
            <a:ext cx="3309257" cy="1045028"/>
          </a:xfrm>
          <a:prstGeom prst="rect">
            <a:avLst/>
          </a:prstGeom>
          <a:solidFill>
            <a:srgbClr val="EAFAFA"/>
          </a:solidFill>
          <a:ln>
            <a:solidFill>
              <a:srgbClr val="E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0A26F6-DB97-D31A-D2A3-4A6BECBC29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229" y="1040665"/>
            <a:ext cx="2355461" cy="101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6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D5EC-9F5E-5783-ADC4-52B5A201D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A96685-738E-722F-956A-EA0A289B8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C4018E8-8E79-8BFD-1592-E910AF18B3E3}"/>
              </a:ext>
            </a:extLst>
          </p:cNvPr>
          <p:cNvSpPr/>
          <p:nvPr/>
        </p:nvSpPr>
        <p:spPr>
          <a:xfrm>
            <a:off x="1756229" y="1162352"/>
            <a:ext cx="3309257" cy="1045028"/>
          </a:xfrm>
          <a:prstGeom prst="rect">
            <a:avLst/>
          </a:prstGeom>
          <a:solidFill>
            <a:srgbClr val="EAFAFA"/>
          </a:solidFill>
          <a:ln>
            <a:solidFill>
              <a:srgbClr val="E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6D3D58-2214-CF0B-DA8D-A90F1B619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229" y="1040665"/>
            <a:ext cx="2355461" cy="10128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7DC1E6-41FF-E3AF-F792-540F2E7E5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FA3AC36-2BAF-2387-FB7F-65C38A4089EC}"/>
              </a:ext>
            </a:extLst>
          </p:cNvPr>
          <p:cNvSpPr/>
          <p:nvPr/>
        </p:nvSpPr>
        <p:spPr>
          <a:xfrm>
            <a:off x="1756228" y="3923006"/>
            <a:ext cx="4688115" cy="1109304"/>
          </a:xfrm>
          <a:prstGeom prst="rect">
            <a:avLst/>
          </a:prstGeom>
          <a:solidFill>
            <a:srgbClr val="EAFAFA"/>
          </a:solidFill>
          <a:ln>
            <a:solidFill>
              <a:srgbClr val="E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6D13B-9D7E-53C4-B40B-0494ADEB4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6229" y="3803042"/>
            <a:ext cx="3856054" cy="7544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865D063-3ED5-5235-22E2-716D5F2BD610}"/>
              </a:ext>
            </a:extLst>
          </p:cNvPr>
          <p:cNvSpPr/>
          <p:nvPr/>
        </p:nvSpPr>
        <p:spPr>
          <a:xfrm>
            <a:off x="1565688" y="1087925"/>
            <a:ext cx="4237135" cy="1109304"/>
          </a:xfrm>
          <a:prstGeom prst="rect">
            <a:avLst/>
          </a:prstGeom>
          <a:solidFill>
            <a:srgbClr val="EAFAFA"/>
          </a:solidFill>
          <a:ln>
            <a:solidFill>
              <a:srgbClr val="E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A4E6696-25D7-E99D-A7AA-140A8FD66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228" y="884251"/>
            <a:ext cx="3762880" cy="1410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10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533F1-7930-9820-214B-9AE403E0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793239-323F-B8FB-B78F-64F46A5B5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A08BBC-E558-B7D1-D9CE-717108A7B437}"/>
              </a:ext>
            </a:extLst>
          </p:cNvPr>
          <p:cNvSpPr/>
          <p:nvPr/>
        </p:nvSpPr>
        <p:spPr>
          <a:xfrm>
            <a:off x="1756229" y="1162352"/>
            <a:ext cx="3309257" cy="1045028"/>
          </a:xfrm>
          <a:prstGeom prst="rect">
            <a:avLst/>
          </a:prstGeom>
          <a:solidFill>
            <a:srgbClr val="EAFAFA"/>
          </a:solidFill>
          <a:ln>
            <a:solidFill>
              <a:srgbClr val="E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1B2D7B-3F05-7ECF-17C9-E8DCFE6E21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229" y="1040665"/>
            <a:ext cx="2355461" cy="10128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217C86-0D87-4CB8-A8C1-6D5C2F83EA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04850"/>
            <a:ext cx="9753600" cy="5448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A11714-C412-BCF6-068F-2D64E17A2D2F}"/>
              </a:ext>
            </a:extLst>
          </p:cNvPr>
          <p:cNvSpPr/>
          <p:nvPr/>
        </p:nvSpPr>
        <p:spPr>
          <a:xfrm>
            <a:off x="1756228" y="3923006"/>
            <a:ext cx="4688115" cy="1109304"/>
          </a:xfrm>
          <a:prstGeom prst="rect">
            <a:avLst/>
          </a:prstGeom>
          <a:solidFill>
            <a:srgbClr val="EAFAFA"/>
          </a:solidFill>
          <a:ln>
            <a:solidFill>
              <a:srgbClr val="E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E679B9-B0EC-12F2-50B9-84F4718AB7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6229" y="3803042"/>
            <a:ext cx="3856054" cy="7544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3A15D17-656D-39D7-0915-711525B907CF}"/>
              </a:ext>
            </a:extLst>
          </p:cNvPr>
          <p:cNvSpPr/>
          <p:nvPr/>
        </p:nvSpPr>
        <p:spPr>
          <a:xfrm>
            <a:off x="1565688" y="1087925"/>
            <a:ext cx="4237135" cy="1109304"/>
          </a:xfrm>
          <a:prstGeom prst="rect">
            <a:avLst/>
          </a:prstGeom>
          <a:solidFill>
            <a:srgbClr val="EAFAFA"/>
          </a:solidFill>
          <a:ln>
            <a:solidFill>
              <a:srgbClr val="E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7ACDB5-F6A7-211C-3B17-7A8A2A7BB3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709612"/>
            <a:ext cx="9753600" cy="54387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1244194-73F1-1F21-04AB-05816F94714E}"/>
              </a:ext>
            </a:extLst>
          </p:cNvPr>
          <p:cNvSpPr/>
          <p:nvPr/>
        </p:nvSpPr>
        <p:spPr>
          <a:xfrm>
            <a:off x="1756229" y="1149910"/>
            <a:ext cx="3923004" cy="1234655"/>
          </a:xfrm>
          <a:prstGeom prst="rect">
            <a:avLst/>
          </a:prstGeom>
          <a:solidFill>
            <a:srgbClr val="EAFAFA"/>
          </a:solidFill>
          <a:ln>
            <a:solidFill>
              <a:srgbClr val="E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C1151A-34FB-EA62-0FEF-FB6332E154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155" y="947014"/>
            <a:ext cx="3810000" cy="12001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EEBBDFC-3308-A262-0659-CEFAEEE70757}"/>
              </a:ext>
            </a:extLst>
          </p:cNvPr>
          <p:cNvSpPr/>
          <p:nvPr/>
        </p:nvSpPr>
        <p:spPr>
          <a:xfrm>
            <a:off x="1689279" y="3803042"/>
            <a:ext cx="4568452" cy="1234655"/>
          </a:xfrm>
          <a:prstGeom prst="rect">
            <a:avLst/>
          </a:prstGeom>
          <a:solidFill>
            <a:srgbClr val="EAFAFA"/>
          </a:solidFill>
          <a:ln>
            <a:solidFill>
              <a:srgbClr val="EA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EEBC00-1321-D905-985B-AE4AFFB627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9278" y="3752977"/>
            <a:ext cx="3856054" cy="7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9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</Words>
  <Application>Microsoft Office PowerPoint</Application>
  <PresentationFormat>Widescreen</PresentationFormat>
  <Paragraphs>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Rondon</dc:creator>
  <cp:lastModifiedBy>Oscar Rondon</cp:lastModifiedBy>
  <cp:revision>1</cp:revision>
  <dcterms:created xsi:type="dcterms:W3CDTF">2026-04-05T14:14:18Z</dcterms:created>
  <dcterms:modified xsi:type="dcterms:W3CDTF">2026-04-05T15:33:20Z</dcterms:modified>
</cp:coreProperties>
</file>